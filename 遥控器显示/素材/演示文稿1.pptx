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62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491807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785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807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4829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6585" y="4451985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7440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4829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43635" y="82740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46605" y="827405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949575" y="82740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43635" y="142748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046605" y="1462405"/>
            <a:ext cx="902970" cy="6000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046605" y="1427480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49575" y="1427480"/>
            <a:ext cx="902970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43635" y="202755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046605" y="2027555"/>
            <a:ext cx="902970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49575" y="202755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43635" y="262763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046605" y="2626360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949575" y="262636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694180" y="105664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97150" y="105918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0120" y="105918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3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94815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97150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5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94815" y="226187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7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99485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6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597150" y="225933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8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567815" y="286448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99485" y="225933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9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470785" y="285940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73120" y="285940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12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6585" y="4451985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7440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4829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43635" y="82740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46605" y="827405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949575" y="82740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43635" y="142748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046605" y="1462405"/>
            <a:ext cx="902970" cy="6000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046605" y="1427480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49575" y="1427480"/>
            <a:ext cx="902970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43635" y="202755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046605" y="2027555"/>
            <a:ext cx="902970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49575" y="2027555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43635" y="262763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046605" y="2626360"/>
            <a:ext cx="902970" cy="6000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949575" y="2626360"/>
            <a:ext cx="902970" cy="60007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694180" y="105664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97150" y="105918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0120" y="105918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3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94815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97150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5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94815" y="226187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7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99485" y="165925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6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597150" y="225933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8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567815" y="286448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99485" y="225933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9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470785" y="285940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11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73120" y="2859405"/>
            <a:ext cx="478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12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401820" y="827405"/>
          <a:ext cx="6522720" cy="27089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04544"/>
                <a:gridCol w="1304544"/>
                <a:gridCol w="1304544"/>
                <a:gridCol w="1304544"/>
                <a:gridCol w="1304544"/>
              </a:tblGrid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658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7440" y="4451985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4829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1886585" y="954405"/>
          <a:ext cx="3180080" cy="27089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04544"/>
                <a:gridCol w="1875790"/>
              </a:tblGrid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7124700" y="954405"/>
          <a:ext cx="3180334" cy="27089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04544"/>
                <a:gridCol w="1875790"/>
              </a:tblGrid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785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8075" y="4451985"/>
            <a:ext cx="2356485" cy="92138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48295" y="4451985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108585" y="-76200"/>
            <a:ext cx="12422505" cy="71037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TABLE_ENDDRAG_ORIGIN_RECT" val="513*213"/>
  <p:tag name="TABLE_ENDDRAG_RECT" val="336*65*513*213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WPS 演示</Application>
  <PresentationFormat>宽屏</PresentationFormat>
  <Paragraphs>48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余荣添</cp:lastModifiedBy>
  <cp:revision>163</cp:revision>
  <dcterms:created xsi:type="dcterms:W3CDTF">2019-06-19T02:08:00Z</dcterms:created>
  <dcterms:modified xsi:type="dcterms:W3CDTF">2026-05-17T16:40:09Z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9D2DEE586D444C31981A96CD29F7812A_11</vt:lpwstr>
  </property>
</Properties>
</file>