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6" r:id="rId4"/>
    <p:sldId id="268" r:id="rId5"/>
    <p:sldId id="264" r:id="rId6"/>
    <p:sldId id="265" r:id="rId7"/>
    <p:sldId id="267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CFF0"/>
    <a:srgbClr val="0000FF"/>
    <a:srgbClr val="FFFFFF"/>
    <a:srgbClr val="295210"/>
    <a:srgbClr val="29520C"/>
    <a:srgbClr val="98A651"/>
    <a:srgbClr val="98BA51"/>
    <a:srgbClr val="2A7139"/>
    <a:srgbClr val="29560C"/>
    <a:srgbClr val="0412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1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7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圆角矩形 1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99995" y="6912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蓝方</a:t>
            </a:r>
            <a:endParaRPr lang="zh-CN" altLang="en-US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305233" y="133159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56932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30720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4382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856932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30720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43826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826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932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0720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圆角矩形 33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99995" y="6912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蓝方</a:t>
            </a:r>
            <a:endParaRPr lang="zh-CN" altLang="en-US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305233" y="133159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56932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30720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4382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856932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30720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43826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826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932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0720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圆角矩形 33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99995" y="692785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98A65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红方</a:t>
            </a:r>
            <a:endParaRPr lang="zh-CN" altLang="en-US" sz="72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304598" y="133286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309110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42937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85718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30593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642937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56678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30593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699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805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圆角矩形 29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圆角矩形 30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数据显示UI设计去水印"/>
          <p:cNvPicPr>
            <a:picLocks noChangeAspect="1"/>
          </p:cNvPicPr>
          <p:nvPr/>
        </p:nvPicPr>
        <p:blipFill>
          <a:blip r:embed="rId1"/>
          <a:srcRect l="5377" t="10535" r="6219" b="6497"/>
          <a:stretch>
            <a:fillRect/>
          </a:stretch>
        </p:blipFill>
        <p:spPr>
          <a:xfrm>
            <a:off x="3666490" y="640080"/>
            <a:ext cx="7374255" cy="3886200"/>
          </a:xfrm>
          <a:prstGeom prst="rect">
            <a:avLst/>
          </a:prstGeom>
          <a:solidFill>
            <a:schemeClr val="accent2"/>
          </a:solidFill>
        </p:spPr>
      </p:pic>
      <p:sp>
        <p:nvSpPr>
          <p:cNvPr id="29" name="圆角矩形 28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圆角矩形 29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57" name="组合 56"/>
          <p:cNvGrpSpPr/>
          <p:nvPr/>
        </p:nvGrpSpPr>
        <p:grpSpPr>
          <a:xfrm>
            <a:off x="295910" y="640080"/>
            <a:ext cx="3261995" cy="1999615"/>
            <a:chOff x="3937" y="1089"/>
            <a:chExt cx="10068" cy="6551"/>
          </a:xfrm>
        </p:grpSpPr>
        <p:sp>
          <p:nvSpPr>
            <p:cNvPr id="33" name="矩形 32"/>
            <p:cNvSpPr/>
            <p:nvPr/>
          </p:nvSpPr>
          <p:spPr>
            <a:xfrm>
              <a:off x="3937" y="1089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7291" y="1089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0647" y="1091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3937" y="2727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291" y="2727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10647" y="2727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3937" y="4365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7291" y="4365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0647" y="4365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3937" y="6004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7291" y="6004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10647" y="6004"/>
              <a:ext cx="3358" cy="163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圆角矩形 28"/>
          <p:cNvSpPr/>
          <p:nvPr/>
        </p:nvSpPr>
        <p:spPr>
          <a:xfrm>
            <a:off x="188658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圆角矩形 29"/>
          <p:cNvSpPr/>
          <p:nvPr/>
        </p:nvSpPr>
        <p:spPr>
          <a:xfrm>
            <a:off x="491744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794829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2750820" y="340995"/>
            <a:ext cx="6689725" cy="3756025"/>
            <a:chOff x="3937" y="1089"/>
            <a:chExt cx="10068" cy="4912"/>
          </a:xfrm>
        </p:grpSpPr>
        <p:sp>
          <p:nvSpPr>
            <p:cNvPr id="33" name="矩形 32"/>
            <p:cNvSpPr/>
            <p:nvPr/>
          </p:nvSpPr>
          <p:spPr>
            <a:xfrm>
              <a:off x="3937" y="1089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7291" y="1089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>
              <a:off x="10647" y="1091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3937" y="2727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291" y="2727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10647" y="2727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3937" y="4365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7291" y="4365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0647" y="4365"/>
              <a:ext cx="3358" cy="1636"/>
            </a:xfrm>
            <a:prstGeom prst="rect">
              <a:avLst/>
            </a:prstGeom>
            <a:solidFill>
              <a:srgbClr val="88CFF0"/>
            </a:solidFill>
            <a:ln w="12700" cmpd="sng">
              <a:solidFill>
                <a:srgbClr val="04120C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WPS 演示</Application>
  <PresentationFormat>宽屏</PresentationFormat>
  <Paragraphs>78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余荣添</cp:lastModifiedBy>
  <cp:revision>170</cp:revision>
  <dcterms:created xsi:type="dcterms:W3CDTF">2019-06-19T02:08:00Z</dcterms:created>
  <dcterms:modified xsi:type="dcterms:W3CDTF">2026-06-11T16:18:52Z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3B5ADE23CAB3456994642176E697C50A_13</vt:lpwstr>
  </property>
</Properties>
</file>