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3"/>
    <p:sldId id="266" r:id="rId4"/>
    <p:sldId id="268" r:id="rId5"/>
    <p:sldId id="264" r:id="rId6"/>
    <p:sldId id="265" r:id="rId7"/>
    <p:sldId id="267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1" userDrawn="1">
          <p15:clr>
            <a:srgbClr val="A4A3A4"/>
          </p15:clr>
        </p15:guide>
        <p15:guide id="2" pos="383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8CFF0"/>
    <a:srgbClr val="0000FF"/>
    <a:srgbClr val="FFFFFF"/>
    <a:srgbClr val="295210"/>
    <a:srgbClr val="29520C"/>
    <a:srgbClr val="98A651"/>
    <a:srgbClr val="98BA51"/>
    <a:srgbClr val="2A7139"/>
    <a:srgbClr val="29560C"/>
    <a:srgbClr val="04120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51"/>
        <p:guide pos="3837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presProps" Target="presProps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1" Type="http://schemas.openxmlformats.org/officeDocument/2006/relationships/tableStyles" Target="tableStyles.xml"/><Relationship Id="rId10" Type="http://schemas.openxmlformats.org/officeDocument/2006/relationships/viewProps" Target="viewProps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6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6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6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67.xml"/><Relationship Id="rId1" Type="http://schemas.openxmlformats.org/officeDocument/2006/relationships/image" Target="../media/image1.jpe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6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圆角矩形 3"/>
          <p:cNvSpPr/>
          <p:nvPr/>
        </p:nvSpPr>
        <p:spPr>
          <a:xfrm>
            <a:off x="1886585" y="5373370"/>
            <a:ext cx="2356485" cy="92138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圆角矩形 4"/>
          <p:cNvSpPr/>
          <p:nvPr/>
        </p:nvSpPr>
        <p:spPr>
          <a:xfrm>
            <a:off x="4917440" y="5373370"/>
            <a:ext cx="2356485" cy="92138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" name="圆角矩形 1"/>
          <p:cNvSpPr/>
          <p:nvPr/>
        </p:nvSpPr>
        <p:spPr>
          <a:xfrm>
            <a:off x="7948295" y="5373370"/>
            <a:ext cx="2356485" cy="92138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2499995" y="691200"/>
            <a:ext cx="2132330" cy="1038860"/>
          </a:xfrm>
          <a:prstGeom prst="rect">
            <a:avLst/>
          </a:prstGeom>
          <a:solidFill>
            <a:srgbClr val="295210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4629600" y="691515"/>
            <a:ext cx="2132330" cy="1038860"/>
          </a:xfrm>
          <a:prstGeom prst="rect">
            <a:avLst/>
          </a:prstGeom>
          <a:solidFill>
            <a:srgbClr val="2A7139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6760801" y="692785"/>
            <a:ext cx="2132330" cy="1038860"/>
          </a:xfrm>
          <a:prstGeom prst="rect">
            <a:avLst/>
          </a:prstGeom>
          <a:solidFill>
            <a:srgbClr val="295210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499995" y="1731600"/>
            <a:ext cx="2132330" cy="1038860"/>
          </a:xfrm>
          <a:prstGeom prst="rect">
            <a:avLst/>
          </a:prstGeom>
          <a:solidFill>
            <a:srgbClr val="2A7139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4629600" y="1731600"/>
            <a:ext cx="2132330" cy="1038860"/>
          </a:xfrm>
          <a:prstGeom prst="rect">
            <a:avLst/>
          </a:prstGeom>
          <a:solidFill>
            <a:srgbClr val="98A651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6760801" y="1731600"/>
            <a:ext cx="2132330" cy="1038860"/>
          </a:xfrm>
          <a:prstGeom prst="rect">
            <a:avLst/>
          </a:prstGeom>
          <a:solidFill>
            <a:srgbClr val="2A7139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2499995" y="2772000"/>
            <a:ext cx="2132330" cy="1038860"/>
          </a:xfrm>
          <a:prstGeom prst="rect">
            <a:avLst/>
          </a:prstGeom>
          <a:solidFill>
            <a:srgbClr val="295210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4629600" y="2772000"/>
            <a:ext cx="2132330" cy="1038860"/>
          </a:xfrm>
          <a:prstGeom prst="rect">
            <a:avLst/>
          </a:prstGeom>
          <a:solidFill>
            <a:srgbClr val="2A7139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6760801" y="2772000"/>
            <a:ext cx="2132330" cy="1038860"/>
          </a:xfrm>
          <a:prstGeom prst="rect">
            <a:avLst/>
          </a:prstGeom>
          <a:solidFill>
            <a:srgbClr val="98A651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2499995" y="3812400"/>
            <a:ext cx="2132330" cy="1038860"/>
          </a:xfrm>
          <a:prstGeom prst="rect">
            <a:avLst/>
          </a:prstGeom>
          <a:solidFill>
            <a:srgbClr val="2A7139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4629600" y="3812400"/>
            <a:ext cx="2132330" cy="1038860"/>
          </a:xfrm>
          <a:prstGeom prst="rect">
            <a:avLst/>
          </a:prstGeom>
          <a:solidFill>
            <a:srgbClr val="295210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6760801" y="3812400"/>
            <a:ext cx="2132330" cy="1038860"/>
          </a:xfrm>
          <a:prstGeom prst="rect">
            <a:avLst/>
          </a:prstGeom>
          <a:solidFill>
            <a:srgbClr val="2A7139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0" y="0"/>
            <a:ext cx="2011680" cy="120523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noAutofit/>
          </a:bodyPr>
          <a:p>
            <a:pPr algn="ctr"/>
            <a:r>
              <a:rPr lang="zh-CN" altLang="en-US" sz="7200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蓝方</a:t>
            </a:r>
            <a:endParaRPr lang="zh-CN" altLang="en-US" sz="7200" b="1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8" name="矩形 17"/>
          <p:cNvSpPr/>
          <p:nvPr/>
        </p:nvSpPr>
        <p:spPr>
          <a:xfrm>
            <a:off x="4168140" y="1331595"/>
            <a:ext cx="46482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10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6305233" y="1331595"/>
            <a:ext cx="450215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11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8569325" y="237299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9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4307205" y="237299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7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6438265" y="237299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8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8569325" y="341312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6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4307205" y="341439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4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6438265" y="341439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5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438265" y="445579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2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8569325" y="445325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3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8428355" y="1332865"/>
            <a:ext cx="46482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12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4307205" y="445579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1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32" name="圆角矩形 31"/>
          <p:cNvSpPr/>
          <p:nvPr/>
        </p:nvSpPr>
        <p:spPr>
          <a:xfrm>
            <a:off x="1886585" y="5373370"/>
            <a:ext cx="2356485" cy="921385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33" name="圆角矩形 32"/>
          <p:cNvSpPr/>
          <p:nvPr/>
        </p:nvSpPr>
        <p:spPr>
          <a:xfrm>
            <a:off x="4917440" y="5373370"/>
            <a:ext cx="2356485" cy="92138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4" name="圆角矩形 33"/>
          <p:cNvSpPr/>
          <p:nvPr/>
        </p:nvSpPr>
        <p:spPr>
          <a:xfrm>
            <a:off x="7948295" y="5373370"/>
            <a:ext cx="2356485" cy="92138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2499995" y="691200"/>
            <a:ext cx="2132330" cy="1038860"/>
          </a:xfrm>
          <a:prstGeom prst="rect">
            <a:avLst/>
          </a:prstGeom>
          <a:solidFill>
            <a:srgbClr val="295210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4629600" y="691515"/>
            <a:ext cx="2132330" cy="1038860"/>
          </a:xfrm>
          <a:prstGeom prst="rect">
            <a:avLst/>
          </a:prstGeom>
          <a:solidFill>
            <a:srgbClr val="2A7139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6760801" y="692785"/>
            <a:ext cx="2132330" cy="1038860"/>
          </a:xfrm>
          <a:prstGeom prst="rect">
            <a:avLst/>
          </a:prstGeom>
          <a:solidFill>
            <a:srgbClr val="295210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499995" y="1731600"/>
            <a:ext cx="2132330" cy="1038860"/>
          </a:xfrm>
          <a:prstGeom prst="rect">
            <a:avLst/>
          </a:prstGeom>
          <a:solidFill>
            <a:srgbClr val="2A7139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4629600" y="1731600"/>
            <a:ext cx="2132330" cy="1038860"/>
          </a:xfrm>
          <a:prstGeom prst="rect">
            <a:avLst/>
          </a:prstGeom>
          <a:solidFill>
            <a:srgbClr val="98A651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6760801" y="1731600"/>
            <a:ext cx="2132330" cy="1038860"/>
          </a:xfrm>
          <a:prstGeom prst="rect">
            <a:avLst/>
          </a:prstGeom>
          <a:solidFill>
            <a:srgbClr val="2A7139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2499995" y="2772000"/>
            <a:ext cx="2132330" cy="1038860"/>
          </a:xfrm>
          <a:prstGeom prst="rect">
            <a:avLst/>
          </a:prstGeom>
          <a:solidFill>
            <a:srgbClr val="295210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4629600" y="2772000"/>
            <a:ext cx="2132330" cy="1038860"/>
          </a:xfrm>
          <a:prstGeom prst="rect">
            <a:avLst/>
          </a:prstGeom>
          <a:solidFill>
            <a:srgbClr val="2A7139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6760801" y="2772000"/>
            <a:ext cx="2132330" cy="1038860"/>
          </a:xfrm>
          <a:prstGeom prst="rect">
            <a:avLst/>
          </a:prstGeom>
          <a:solidFill>
            <a:srgbClr val="98A651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2499995" y="3812400"/>
            <a:ext cx="2132330" cy="1038860"/>
          </a:xfrm>
          <a:prstGeom prst="rect">
            <a:avLst/>
          </a:prstGeom>
          <a:solidFill>
            <a:srgbClr val="2A7139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4629600" y="3812400"/>
            <a:ext cx="2132330" cy="1038860"/>
          </a:xfrm>
          <a:prstGeom prst="rect">
            <a:avLst/>
          </a:prstGeom>
          <a:solidFill>
            <a:srgbClr val="295210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6760801" y="3812400"/>
            <a:ext cx="2132330" cy="1038860"/>
          </a:xfrm>
          <a:prstGeom prst="rect">
            <a:avLst/>
          </a:prstGeom>
          <a:solidFill>
            <a:srgbClr val="2A7139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0" y="0"/>
            <a:ext cx="2011680" cy="120523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noAutofit/>
          </a:bodyPr>
          <a:p>
            <a:pPr algn="ctr"/>
            <a:r>
              <a:rPr lang="zh-CN" altLang="en-US" sz="7200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蓝方</a:t>
            </a:r>
            <a:endParaRPr lang="zh-CN" altLang="en-US" sz="7200" b="1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8" name="矩形 17"/>
          <p:cNvSpPr/>
          <p:nvPr/>
        </p:nvSpPr>
        <p:spPr>
          <a:xfrm>
            <a:off x="4168140" y="1331595"/>
            <a:ext cx="46482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10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6305233" y="1331595"/>
            <a:ext cx="450215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11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8569325" y="237299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9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4307205" y="237299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7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6438265" y="237299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8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8569325" y="341312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6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4307205" y="341439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4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6438265" y="341439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5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438265" y="445579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2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8569325" y="445325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3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8428355" y="1332865"/>
            <a:ext cx="46482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12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4307205" y="445579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1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32" name="圆角矩形 31"/>
          <p:cNvSpPr/>
          <p:nvPr/>
        </p:nvSpPr>
        <p:spPr>
          <a:xfrm>
            <a:off x="1886585" y="5373370"/>
            <a:ext cx="2356485" cy="921385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33" name="圆角矩形 32"/>
          <p:cNvSpPr/>
          <p:nvPr/>
        </p:nvSpPr>
        <p:spPr>
          <a:xfrm>
            <a:off x="4917440" y="5373370"/>
            <a:ext cx="2356485" cy="92138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4" name="圆角矩形 33"/>
          <p:cNvSpPr/>
          <p:nvPr/>
        </p:nvSpPr>
        <p:spPr>
          <a:xfrm>
            <a:off x="7948295" y="5373370"/>
            <a:ext cx="2356485" cy="92138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2499995" y="692785"/>
            <a:ext cx="2132330" cy="1038860"/>
          </a:xfrm>
          <a:prstGeom prst="rect">
            <a:avLst/>
          </a:prstGeom>
          <a:solidFill>
            <a:srgbClr val="295210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4629600" y="691515"/>
            <a:ext cx="2132330" cy="1038860"/>
          </a:xfrm>
          <a:prstGeom prst="rect">
            <a:avLst/>
          </a:prstGeom>
          <a:solidFill>
            <a:srgbClr val="2A7139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6760801" y="692785"/>
            <a:ext cx="2132330" cy="1038860"/>
          </a:xfrm>
          <a:prstGeom prst="rect">
            <a:avLst/>
          </a:prstGeom>
          <a:solidFill>
            <a:srgbClr val="295210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499995" y="1731600"/>
            <a:ext cx="2132330" cy="1038860"/>
          </a:xfrm>
          <a:prstGeom prst="rect">
            <a:avLst/>
          </a:prstGeom>
          <a:solidFill>
            <a:srgbClr val="2A7139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4629600" y="1731600"/>
            <a:ext cx="2132330" cy="1038860"/>
          </a:xfrm>
          <a:prstGeom prst="rect">
            <a:avLst/>
          </a:prstGeom>
          <a:solidFill>
            <a:srgbClr val="98A65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6760801" y="1731600"/>
            <a:ext cx="2132330" cy="1038860"/>
          </a:xfrm>
          <a:prstGeom prst="rect">
            <a:avLst/>
          </a:prstGeom>
          <a:solidFill>
            <a:srgbClr val="2A7139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2499995" y="2772000"/>
            <a:ext cx="2132330" cy="1038860"/>
          </a:xfrm>
          <a:prstGeom prst="rect">
            <a:avLst/>
          </a:prstGeom>
          <a:solidFill>
            <a:srgbClr val="98A65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4629600" y="2772000"/>
            <a:ext cx="2132330" cy="1038860"/>
          </a:xfrm>
          <a:prstGeom prst="rect">
            <a:avLst/>
          </a:prstGeom>
          <a:solidFill>
            <a:srgbClr val="2A7139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6760801" y="2772000"/>
            <a:ext cx="2132330" cy="1038860"/>
          </a:xfrm>
          <a:prstGeom prst="rect">
            <a:avLst/>
          </a:prstGeom>
          <a:solidFill>
            <a:srgbClr val="295210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2499995" y="3812400"/>
            <a:ext cx="2132330" cy="1038860"/>
          </a:xfrm>
          <a:prstGeom prst="rect">
            <a:avLst/>
          </a:prstGeom>
          <a:solidFill>
            <a:srgbClr val="2A7139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4629600" y="3812400"/>
            <a:ext cx="2132330" cy="1038860"/>
          </a:xfrm>
          <a:prstGeom prst="rect">
            <a:avLst/>
          </a:prstGeom>
          <a:solidFill>
            <a:srgbClr val="295210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6760801" y="3812400"/>
            <a:ext cx="2132330" cy="1038860"/>
          </a:xfrm>
          <a:prstGeom prst="rect">
            <a:avLst/>
          </a:prstGeom>
          <a:solidFill>
            <a:srgbClr val="2A7139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0" y="0"/>
            <a:ext cx="2011680" cy="120523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noAutofit/>
          </a:bodyPr>
          <a:p>
            <a:pPr algn="ctr"/>
            <a:r>
              <a:rPr lang="zh-CN" altLang="en-US" sz="7200" b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红方</a:t>
            </a:r>
            <a:endParaRPr lang="zh-CN" altLang="en-US" sz="7200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18" name="矩形 17"/>
          <p:cNvSpPr/>
          <p:nvPr/>
        </p:nvSpPr>
        <p:spPr>
          <a:xfrm>
            <a:off x="8428355" y="1332865"/>
            <a:ext cx="46482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10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6304598" y="1332865"/>
            <a:ext cx="450215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11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4168140" y="1331595"/>
            <a:ext cx="46482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12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4309110" y="237299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9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6429375" y="237299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8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8571865" y="237299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7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4305935" y="341439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6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6429375" y="341312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5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8566785" y="341312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4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4305935" y="445579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3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436995" y="445325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2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8568055" y="445325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1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9" name="圆角矩形 28"/>
          <p:cNvSpPr/>
          <p:nvPr/>
        </p:nvSpPr>
        <p:spPr>
          <a:xfrm>
            <a:off x="1886585" y="5373370"/>
            <a:ext cx="2356485" cy="921385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30" name="圆角矩形 29"/>
          <p:cNvSpPr/>
          <p:nvPr/>
        </p:nvSpPr>
        <p:spPr>
          <a:xfrm>
            <a:off x="4917440" y="5373370"/>
            <a:ext cx="2356485" cy="92138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1" name="圆角矩形 30"/>
          <p:cNvSpPr/>
          <p:nvPr/>
        </p:nvSpPr>
        <p:spPr>
          <a:xfrm>
            <a:off x="7948295" y="5373370"/>
            <a:ext cx="2356485" cy="92138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 descr="数据显示UI设计去水印"/>
          <p:cNvPicPr>
            <a:picLocks noChangeAspect="1"/>
          </p:cNvPicPr>
          <p:nvPr/>
        </p:nvPicPr>
        <p:blipFill>
          <a:blip r:embed="rId1"/>
          <a:srcRect l="5377" t="10535" r="6219" b="6497"/>
          <a:stretch>
            <a:fillRect/>
          </a:stretch>
        </p:blipFill>
        <p:spPr>
          <a:xfrm>
            <a:off x="3666490" y="640080"/>
            <a:ext cx="7374255" cy="3886200"/>
          </a:xfrm>
          <a:prstGeom prst="rect">
            <a:avLst/>
          </a:prstGeom>
          <a:solidFill>
            <a:schemeClr val="accent2"/>
          </a:solidFill>
        </p:spPr>
      </p:pic>
      <p:sp>
        <p:nvSpPr>
          <p:cNvPr id="29" name="圆角矩形 28"/>
          <p:cNvSpPr/>
          <p:nvPr/>
        </p:nvSpPr>
        <p:spPr>
          <a:xfrm>
            <a:off x="1886585" y="5373370"/>
            <a:ext cx="2356485" cy="92138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30" name="圆角矩形 29"/>
          <p:cNvSpPr/>
          <p:nvPr/>
        </p:nvSpPr>
        <p:spPr>
          <a:xfrm>
            <a:off x="4917440" y="5373370"/>
            <a:ext cx="2356485" cy="921385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7948295" y="5373370"/>
            <a:ext cx="2356485" cy="92138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57" name="组合 56"/>
          <p:cNvGrpSpPr/>
          <p:nvPr/>
        </p:nvGrpSpPr>
        <p:grpSpPr>
          <a:xfrm>
            <a:off x="295910" y="640080"/>
            <a:ext cx="3261995" cy="1999615"/>
            <a:chOff x="3937" y="1089"/>
            <a:chExt cx="10068" cy="6551"/>
          </a:xfrm>
        </p:grpSpPr>
        <p:sp>
          <p:nvSpPr>
            <p:cNvPr id="33" name="矩形 32"/>
            <p:cNvSpPr/>
            <p:nvPr/>
          </p:nvSpPr>
          <p:spPr>
            <a:xfrm>
              <a:off x="3937" y="1089"/>
              <a:ext cx="3358" cy="1636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12700" cmpd="sng">
              <a:solidFill>
                <a:srgbClr val="04120C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4" name="矩形 33"/>
            <p:cNvSpPr/>
            <p:nvPr/>
          </p:nvSpPr>
          <p:spPr>
            <a:xfrm>
              <a:off x="7291" y="1089"/>
              <a:ext cx="3358" cy="1636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12700" cmpd="sng">
              <a:solidFill>
                <a:srgbClr val="04120C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35" name="矩形 34"/>
            <p:cNvSpPr/>
            <p:nvPr/>
          </p:nvSpPr>
          <p:spPr>
            <a:xfrm>
              <a:off x="10647" y="1091"/>
              <a:ext cx="3358" cy="1636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12700" cmpd="sng">
              <a:solidFill>
                <a:srgbClr val="04120C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36" name="矩形 35"/>
            <p:cNvSpPr/>
            <p:nvPr/>
          </p:nvSpPr>
          <p:spPr>
            <a:xfrm>
              <a:off x="3937" y="2727"/>
              <a:ext cx="3358" cy="1636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12700" cmpd="sng">
              <a:solidFill>
                <a:srgbClr val="04120C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37" name="矩形 36"/>
            <p:cNvSpPr/>
            <p:nvPr/>
          </p:nvSpPr>
          <p:spPr>
            <a:xfrm>
              <a:off x="7291" y="2727"/>
              <a:ext cx="3358" cy="1636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12700" cmpd="sng">
              <a:solidFill>
                <a:srgbClr val="04120C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38" name="矩形 37"/>
            <p:cNvSpPr/>
            <p:nvPr/>
          </p:nvSpPr>
          <p:spPr>
            <a:xfrm>
              <a:off x="10647" y="2727"/>
              <a:ext cx="3358" cy="1636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12700" cmpd="sng">
              <a:solidFill>
                <a:srgbClr val="04120C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39" name="矩形 38"/>
            <p:cNvSpPr/>
            <p:nvPr/>
          </p:nvSpPr>
          <p:spPr>
            <a:xfrm>
              <a:off x="3937" y="4365"/>
              <a:ext cx="3358" cy="1636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12700" cmpd="sng">
              <a:solidFill>
                <a:srgbClr val="04120C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40" name="矩形 39"/>
            <p:cNvSpPr/>
            <p:nvPr/>
          </p:nvSpPr>
          <p:spPr>
            <a:xfrm>
              <a:off x="7291" y="4365"/>
              <a:ext cx="3358" cy="1636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12700" cmpd="sng">
              <a:solidFill>
                <a:srgbClr val="04120C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41" name="矩形 40"/>
            <p:cNvSpPr/>
            <p:nvPr/>
          </p:nvSpPr>
          <p:spPr>
            <a:xfrm>
              <a:off x="10647" y="4365"/>
              <a:ext cx="3358" cy="1636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12700" cmpd="sng">
              <a:solidFill>
                <a:srgbClr val="04120C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42" name="矩形 41"/>
            <p:cNvSpPr/>
            <p:nvPr/>
          </p:nvSpPr>
          <p:spPr>
            <a:xfrm>
              <a:off x="3937" y="6004"/>
              <a:ext cx="3358" cy="1636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12700" cmpd="sng">
              <a:solidFill>
                <a:srgbClr val="04120C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43" name="矩形 42"/>
            <p:cNvSpPr/>
            <p:nvPr/>
          </p:nvSpPr>
          <p:spPr>
            <a:xfrm>
              <a:off x="7291" y="6004"/>
              <a:ext cx="3358" cy="1636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12700" cmpd="sng">
              <a:solidFill>
                <a:srgbClr val="04120C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44" name="矩形 43"/>
            <p:cNvSpPr/>
            <p:nvPr/>
          </p:nvSpPr>
          <p:spPr>
            <a:xfrm>
              <a:off x="10647" y="6004"/>
              <a:ext cx="3358" cy="1636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12700" cmpd="sng">
              <a:solidFill>
                <a:srgbClr val="04120C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</p:grpSp>
    </p:spTree>
    <p:custDataLst>
      <p:tags r:id="rId2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圆角矩形 28"/>
          <p:cNvSpPr/>
          <p:nvPr/>
        </p:nvSpPr>
        <p:spPr>
          <a:xfrm>
            <a:off x="1886585" y="5373370"/>
            <a:ext cx="2356485" cy="92138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30" name="圆角矩形 29"/>
          <p:cNvSpPr/>
          <p:nvPr/>
        </p:nvSpPr>
        <p:spPr>
          <a:xfrm>
            <a:off x="4917440" y="5373370"/>
            <a:ext cx="2356485" cy="92138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7948295" y="5373370"/>
            <a:ext cx="2356485" cy="921385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grpSp>
        <p:nvGrpSpPr>
          <p:cNvPr id="57" name="组合 56"/>
          <p:cNvGrpSpPr/>
          <p:nvPr/>
        </p:nvGrpSpPr>
        <p:grpSpPr>
          <a:xfrm>
            <a:off x="2750820" y="1345565"/>
            <a:ext cx="6689725" cy="3756025"/>
            <a:chOff x="3937" y="1089"/>
            <a:chExt cx="10068" cy="4912"/>
          </a:xfrm>
        </p:grpSpPr>
        <p:sp>
          <p:nvSpPr>
            <p:cNvPr id="33" name="矩形 32"/>
            <p:cNvSpPr/>
            <p:nvPr/>
          </p:nvSpPr>
          <p:spPr>
            <a:xfrm>
              <a:off x="3937" y="1089"/>
              <a:ext cx="3358" cy="1636"/>
            </a:xfrm>
            <a:prstGeom prst="rect">
              <a:avLst/>
            </a:prstGeom>
            <a:solidFill>
              <a:srgbClr val="88CFF0"/>
            </a:solidFill>
            <a:ln w="12700" cmpd="sng">
              <a:solidFill>
                <a:srgbClr val="04120C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4" name="矩形 33"/>
            <p:cNvSpPr/>
            <p:nvPr/>
          </p:nvSpPr>
          <p:spPr>
            <a:xfrm>
              <a:off x="7291" y="1089"/>
              <a:ext cx="3358" cy="1636"/>
            </a:xfrm>
            <a:prstGeom prst="rect">
              <a:avLst/>
            </a:prstGeom>
            <a:solidFill>
              <a:srgbClr val="88CFF0"/>
            </a:solidFill>
            <a:ln w="12700" cmpd="sng">
              <a:solidFill>
                <a:srgbClr val="04120C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5" name="矩形 34"/>
            <p:cNvSpPr/>
            <p:nvPr/>
          </p:nvSpPr>
          <p:spPr>
            <a:xfrm>
              <a:off x="10647" y="1091"/>
              <a:ext cx="3358" cy="1636"/>
            </a:xfrm>
            <a:prstGeom prst="rect">
              <a:avLst/>
            </a:prstGeom>
            <a:solidFill>
              <a:srgbClr val="88CFF0"/>
            </a:solidFill>
            <a:ln w="12700" cmpd="sng">
              <a:solidFill>
                <a:srgbClr val="04120C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36" name="矩形 35"/>
            <p:cNvSpPr/>
            <p:nvPr/>
          </p:nvSpPr>
          <p:spPr>
            <a:xfrm>
              <a:off x="3937" y="2727"/>
              <a:ext cx="3358" cy="1636"/>
            </a:xfrm>
            <a:prstGeom prst="rect">
              <a:avLst/>
            </a:prstGeom>
            <a:solidFill>
              <a:srgbClr val="88CFF0"/>
            </a:solidFill>
            <a:ln w="12700" cmpd="sng">
              <a:solidFill>
                <a:srgbClr val="04120C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37" name="矩形 36"/>
            <p:cNvSpPr/>
            <p:nvPr/>
          </p:nvSpPr>
          <p:spPr>
            <a:xfrm>
              <a:off x="7291" y="2727"/>
              <a:ext cx="3358" cy="1636"/>
            </a:xfrm>
            <a:prstGeom prst="rect">
              <a:avLst/>
            </a:prstGeom>
            <a:solidFill>
              <a:srgbClr val="88CFF0"/>
            </a:solidFill>
            <a:ln w="12700" cmpd="sng">
              <a:solidFill>
                <a:srgbClr val="04120C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38" name="矩形 37"/>
            <p:cNvSpPr/>
            <p:nvPr/>
          </p:nvSpPr>
          <p:spPr>
            <a:xfrm>
              <a:off x="10647" y="2727"/>
              <a:ext cx="3358" cy="1636"/>
            </a:xfrm>
            <a:prstGeom prst="rect">
              <a:avLst/>
            </a:prstGeom>
            <a:solidFill>
              <a:srgbClr val="88CFF0"/>
            </a:solidFill>
            <a:ln w="12700" cmpd="sng">
              <a:solidFill>
                <a:srgbClr val="04120C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39" name="矩形 38"/>
            <p:cNvSpPr/>
            <p:nvPr/>
          </p:nvSpPr>
          <p:spPr>
            <a:xfrm>
              <a:off x="3937" y="4365"/>
              <a:ext cx="3358" cy="1636"/>
            </a:xfrm>
            <a:prstGeom prst="rect">
              <a:avLst/>
            </a:prstGeom>
            <a:solidFill>
              <a:srgbClr val="88CFF0"/>
            </a:solidFill>
            <a:ln w="12700" cmpd="sng">
              <a:solidFill>
                <a:srgbClr val="04120C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40" name="矩形 39"/>
            <p:cNvSpPr/>
            <p:nvPr/>
          </p:nvSpPr>
          <p:spPr>
            <a:xfrm>
              <a:off x="7291" y="4365"/>
              <a:ext cx="3358" cy="1636"/>
            </a:xfrm>
            <a:prstGeom prst="rect">
              <a:avLst/>
            </a:prstGeom>
            <a:solidFill>
              <a:srgbClr val="88CFF0"/>
            </a:solidFill>
            <a:ln w="12700" cmpd="sng">
              <a:solidFill>
                <a:srgbClr val="04120C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41" name="矩形 40"/>
            <p:cNvSpPr/>
            <p:nvPr/>
          </p:nvSpPr>
          <p:spPr>
            <a:xfrm>
              <a:off x="10647" y="4365"/>
              <a:ext cx="3358" cy="1636"/>
            </a:xfrm>
            <a:prstGeom prst="rect">
              <a:avLst/>
            </a:prstGeom>
            <a:solidFill>
              <a:srgbClr val="88CFF0"/>
            </a:solidFill>
            <a:ln w="12700" cmpd="sng">
              <a:solidFill>
                <a:srgbClr val="04120C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</p:grpSp>
      <p:sp>
        <p:nvSpPr>
          <p:cNvPr id="2" name="矩形 1"/>
          <p:cNvSpPr/>
          <p:nvPr/>
        </p:nvSpPr>
        <p:spPr>
          <a:xfrm>
            <a:off x="2750820" y="95885"/>
            <a:ext cx="2231237" cy="1250989"/>
          </a:xfrm>
          <a:prstGeom prst="rect">
            <a:avLst/>
          </a:prstGeom>
          <a:solidFill>
            <a:srgbClr val="88CFF0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4975860" y="95885"/>
            <a:ext cx="2231237" cy="1250989"/>
          </a:xfrm>
          <a:prstGeom prst="rect">
            <a:avLst/>
          </a:prstGeom>
          <a:solidFill>
            <a:srgbClr val="88CFF0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矩形 3"/>
          <p:cNvSpPr/>
          <p:nvPr/>
        </p:nvSpPr>
        <p:spPr>
          <a:xfrm>
            <a:off x="7210425" y="95885"/>
            <a:ext cx="2231237" cy="1250989"/>
          </a:xfrm>
          <a:prstGeom prst="rect">
            <a:avLst/>
          </a:prstGeom>
          <a:solidFill>
            <a:srgbClr val="88CFF0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519430" y="95885"/>
            <a:ext cx="2231237" cy="1250989"/>
          </a:xfrm>
          <a:prstGeom prst="rect">
            <a:avLst/>
          </a:prstGeom>
          <a:solidFill>
            <a:srgbClr val="88CFF0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519430" y="1345565"/>
            <a:ext cx="2231237" cy="1250989"/>
          </a:xfrm>
          <a:prstGeom prst="rect">
            <a:avLst/>
          </a:prstGeom>
          <a:solidFill>
            <a:srgbClr val="88CFF0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矩形 6"/>
          <p:cNvSpPr/>
          <p:nvPr/>
        </p:nvSpPr>
        <p:spPr>
          <a:xfrm>
            <a:off x="519430" y="2596515"/>
            <a:ext cx="2231237" cy="1250989"/>
          </a:xfrm>
          <a:prstGeom prst="rect">
            <a:avLst/>
          </a:prstGeom>
          <a:solidFill>
            <a:srgbClr val="88CFF0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519430" y="3847465"/>
            <a:ext cx="2231237" cy="1250989"/>
          </a:xfrm>
          <a:prstGeom prst="rect">
            <a:avLst/>
          </a:prstGeom>
          <a:solidFill>
            <a:srgbClr val="88CFF0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4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6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7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8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</Words>
  <Application>WPS 演示</Application>
  <PresentationFormat>宽屏</PresentationFormat>
  <Paragraphs>78</Paragraphs>
  <Slides>6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4" baseType="lpstr">
      <vt:lpstr>Arial</vt:lpstr>
      <vt:lpstr>宋体</vt:lpstr>
      <vt:lpstr>Wingdings</vt:lpstr>
      <vt:lpstr>Wingdings</vt:lpstr>
      <vt:lpstr>微软雅黑</vt:lpstr>
      <vt:lpstr>Arial Unicode MS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余荣添</cp:lastModifiedBy>
  <cp:revision>172</cp:revision>
  <dcterms:created xsi:type="dcterms:W3CDTF">2019-06-19T02:08:00Z</dcterms:created>
  <dcterms:modified xsi:type="dcterms:W3CDTF">2026-07-08T19:24:47Z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2052-12.1.0.26375</vt:lpwstr>
  </property>
  <property fmtid="{D5CDD505-2E9C-101B-9397-08002B2CF9AE}" pid="3" name="ICV">
    <vt:lpwstr>3B5ADE23CAB3456994642176E697C50A_13</vt:lpwstr>
  </property>
</Properties>
</file>