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66" r:id="rId4"/>
    <p:sldId id="268" r:id="rId5"/>
    <p:sldId id="264" r:id="rId6"/>
    <p:sldId id="265" r:id="rId7"/>
    <p:sldId id="267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8CFF0"/>
    <a:srgbClr val="0000FF"/>
    <a:srgbClr val="FFFFFF"/>
    <a:srgbClr val="295210"/>
    <a:srgbClr val="29520C"/>
    <a:srgbClr val="98A651"/>
    <a:srgbClr val="98BA51"/>
    <a:srgbClr val="2A7139"/>
    <a:srgbClr val="29560C"/>
    <a:srgbClr val="0412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7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1886585" y="5373370"/>
            <a:ext cx="2356485" cy="92138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4917440" y="5373370"/>
            <a:ext cx="2356485" cy="92138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圆角矩形 1"/>
          <p:cNvSpPr/>
          <p:nvPr/>
        </p:nvSpPr>
        <p:spPr>
          <a:xfrm>
            <a:off x="7948295" y="5373370"/>
            <a:ext cx="2356485" cy="92138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499995" y="691200"/>
            <a:ext cx="2132330" cy="1038860"/>
          </a:xfrm>
          <a:prstGeom prst="rect">
            <a:avLst/>
          </a:prstGeom>
          <a:solidFill>
            <a:srgbClr val="295210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629600" y="691515"/>
            <a:ext cx="2132330" cy="1038860"/>
          </a:xfrm>
          <a:prstGeom prst="rect">
            <a:avLst/>
          </a:prstGeom>
          <a:solidFill>
            <a:srgbClr val="2A7139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760801" y="692785"/>
            <a:ext cx="2132330" cy="1038860"/>
          </a:xfrm>
          <a:prstGeom prst="rect">
            <a:avLst/>
          </a:prstGeom>
          <a:solidFill>
            <a:srgbClr val="295210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99995" y="1731600"/>
            <a:ext cx="2132330" cy="1038860"/>
          </a:xfrm>
          <a:prstGeom prst="rect">
            <a:avLst/>
          </a:prstGeom>
          <a:solidFill>
            <a:srgbClr val="2A7139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629600" y="1731600"/>
            <a:ext cx="2132330" cy="1038860"/>
          </a:xfrm>
          <a:prstGeom prst="rect">
            <a:avLst/>
          </a:prstGeom>
          <a:solidFill>
            <a:srgbClr val="98A651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760801" y="1731600"/>
            <a:ext cx="2132330" cy="1038860"/>
          </a:xfrm>
          <a:prstGeom prst="rect">
            <a:avLst/>
          </a:prstGeom>
          <a:solidFill>
            <a:srgbClr val="2A7139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499995" y="2772000"/>
            <a:ext cx="2132330" cy="1038860"/>
          </a:xfrm>
          <a:prstGeom prst="rect">
            <a:avLst/>
          </a:prstGeom>
          <a:solidFill>
            <a:srgbClr val="295210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629600" y="2772000"/>
            <a:ext cx="2132330" cy="1038860"/>
          </a:xfrm>
          <a:prstGeom prst="rect">
            <a:avLst/>
          </a:prstGeom>
          <a:solidFill>
            <a:srgbClr val="2A7139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760801" y="2772000"/>
            <a:ext cx="2132330" cy="1038860"/>
          </a:xfrm>
          <a:prstGeom prst="rect">
            <a:avLst/>
          </a:prstGeom>
          <a:solidFill>
            <a:srgbClr val="98A651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499995" y="3812400"/>
            <a:ext cx="2132330" cy="1038860"/>
          </a:xfrm>
          <a:prstGeom prst="rect">
            <a:avLst/>
          </a:prstGeom>
          <a:solidFill>
            <a:srgbClr val="2A7139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629600" y="3812400"/>
            <a:ext cx="2132330" cy="1038860"/>
          </a:xfrm>
          <a:prstGeom prst="rect">
            <a:avLst/>
          </a:prstGeom>
          <a:solidFill>
            <a:srgbClr val="295210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760801" y="3812400"/>
            <a:ext cx="2132330" cy="1038860"/>
          </a:xfrm>
          <a:prstGeom prst="rect">
            <a:avLst/>
          </a:prstGeom>
          <a:solidFill>
            <a:srgbClr val="2A7139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0"/>
            <a:ext cx="2011680" cy="120523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zh-CN" altLang="en-US" sz="7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蓝方</a:t>
            </a:r>
            <a:endParaRPr lang="zh-CN" altLang="en-US" sz="72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168140" y="1331595"/>
            <a:ext cx="46482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10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305233" y="1331595"/>
            <a:ext cx="450215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11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569325" y="237299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9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307205" y="237299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7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438265" y="237299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8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569325" y="341312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6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307205" y="341439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4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438265" y="341439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5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438265" y="445579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2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569325" y="445325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3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428355" y="1332865"/>
            <a:ext cx="46482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12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307205" y="445579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1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1886585" y="5373370"/>
            <a:ext cx="2356485" cy="92138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4917440" y="5373370"/>
            <a:ext cx="2356485" cy="92138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圆角矩形 33"/>
          <p:cNvSpPr/>
          <p:nvPr/>
        </p:nvSpPr>
        <p:spPr>
          <a:xfrm>
            <a:off x="7948295" y="5373370"/>
            <a:ext cx="2356485" cy="92138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499995" y="691200"/>
            <a:ext cx="2132330" cy="1038860"/>
          </a:xfrm>
          <a:prstGeom prst="rect">
            <a:avLst/>
          </a:prstGeom>
          <a:solidFill>
            <a:srgbClr val="295210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629600" y="691515"/>
            <a:ext cx="2132330" cy="1038860"/>
          </a:xfrm>
          <a:prstGeom prst="rect">
            <a:avLst/>
          </a:prstGeom>
          <a:solidFill>
            <a:srgbClr val="2A7139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760801" y="692785"/>
            <a:ext cx="2132330" cy="1038860"/>
          </a:xfrm>
          <a:prstGeom prst="rect">
            <a:avLst/>
          </a:prstGeom>
          <a:solidFill>
            <a:srgbClr val="295210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99995" y="1731600"/>
            <a:ext cx="2132330" cy="1038860"/>
          </a:xfrm>
          <a:prstGeom prst="rect">
            <a:avLst/>
          </a:prstGeom>
          <a:solidFill>
            <a:srgbClr val="2A7139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629600" y="1731600"/>
            <a:ext cx="2132330" cy="1038860"/>
          </a:xfrm>
          <a:prstGeom prst="rect">
            <a:avLst/>
          </a:prstGeom>
          <a:solidFill>
            <a:srgbClr val="98A651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760801" y="1731600"/>
            <a:ext cx="2132330" cy="1038860"/>
          </a:xfrm>
          <a:prstGeom prst="rect">
            <a:avLst/>
          </a:prstGeom>
          <a:solidFill>
            <a:srgbClr val="2A7139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499995" y="2772000"/>
            <a:ext cx="2132330" cy="1038860"/>
          </a:xfrm>
          <a:prstGeom prst="rect">
            <a:avLst/>
          </a:prstGeom>
          <a:solidFill>
            <a:srgbClr val="295210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629600" y="2772000"/>
            <a:ext cx="2132330" cy="1038860"/>
          </a:xfrm>
          <a:prstGeom prst="rect">
            <a:avLst/>
          </a:prstGeom>
          <a:solidFill>
            <a:srgbClr val="2A7139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760801" y="2772000"/>
            <a:ext cx="2132330" cy="1038860"/>
          </a:xfrm>
          <a:prstGeom prst="rect">
            <a:avLst/>
          </a:prstGeom>
          <a:solidFill>
            <a:srgbClr val="98A651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499995" y="3812400"/>
            <a:ext cx="2132330" cy="1038860"/>
          </a:xfrm>
          <a:prstGeom prst="rect">
            <a:avLst/>
          </a:prstGeom>
          <a:solidFill>
            <a:srgbClr val="2A7139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629600" y="3812400"/>
            <a:ext cx="2132330" cy="1038860"/>
          </a:xfrm>
          <a:prstGeom prst="rect">
            <a:avLst/>
          </a:prstGeom>
          <a:solidFill>
            <a:srgbClr val="295210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760801" y="3812400"/>
            <a:ext cx="2132330" cy="1038860"/>
          </a:xfrm>
          <a:prstGeom prst="rect">
            <a:avLst/>
          </a:prstGeom>
          <a:solidFill>
            <a:srgbClr val="2A7139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0"/>
            <a:ext cx="2011680" cy="120523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zh-CN" altLang="en-US" sz="7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蓝方</a:t>
            </a:r>
            <a:endParaRPr lang="zh-CN" altLang="en-US" sz="72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168140" y="1331595"/>
            <a:ext cx="46482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10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305233" y="1331595"/>
            <a:ext cx="450215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11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569325" y="237299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9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307205" y="237299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7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438265" y="237299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8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569325" y="341312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6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307205" y="341439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4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438265" y="341439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5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438265" y="445579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2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569325" y="445325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3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428355" y="1332865"/>
            <a:ext cx="46482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12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307205" y="445579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1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1886585" y="5373370"/>
            <a:ext cx="2356485" cy="92138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4917440" y="5373370"/>
            <a:ext cx="2356485" cy="92138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圆角矩形 33"/>
          <p:cNvSpPr/>
          <p:nvPr/>
        </p:nvSpPr>
        <p:spPr>
          <a:xfrm>
            <a:off x="7948295" y="5373370"/>
            <a:ext cx="2356485" cy="92138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499995" y="692785"/>
            <a:ext cx="2132330" cy="1038860"/>
          </a:xfrm>
          <a:prstGeom prst="rect">
            <a:avLst/>
          </a:prstGeom>
          <a:solidFill>
            <a:srgbClr val="29521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629600" y="691515"/>
            <a:ext cx="2132330" cy="1038860"/>
          </a:xfrm>
          <a:prstGeom prst="rect">
            <a:avLst/>
          </a:prstGeom>
          <a:solidFill>
            <a:srgbClr val="2A7139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760801" y="692785"/>
            <a:ext cx="2132330" cy="1038860"/>
          </a:xfrm>
          <a:prstGeom prst="rect">
            <a:avLst/>
          </a:prstGeom>
          <a:solidFill>
            <a:srgbClr val="29521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99995" y="1731600"/>
            <a:ext cx="2132330" cy="1038860"/>
          </a:xfrm>
          <a:prstGeom prst="rect">
            <a:avLst/>
          </a:prstGeom>
          <a:solidFill>
            <a:srgbClr val="2A7139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629600" y="1731600"/>
            <a:ext cx="2132330" cy="1038860"/>
          </a:xfrm>
          <a:prstGeom prst="rect">
            <a:avLst/>
          </a:prstGeom>
          <a:solidFill>
            <a:srgbClr val="98A65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760801" y="1731600"/>
            <a:ext cx="2132330" cy="1038860"/>
          </a:xfrm>
          <a:prstGeom prst="rect">
            <a:avLst/>
          </a:prstGeom>
          <a:solidFill>
            <a:srgbClr val="2A7139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499995" y="2772000"/>
            <a:ext cx="2132330" cy="1038860"/>
          </a:xfrm>
          <a:prstGeom prst="rect">
            <a:avLst/>
          </a:prstGeom>
          <a:solidFill>
            <a:srgbClr val="98A65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629600" y="2772000"/>
            <a:ext cx="2132330" cy="1038860"/>
          </a:xfrm>
          <a:prstGeom prst="rect">
            <a:avLst/>
          </a:prstGeom>
          <a:solidFill>
            <a:srgbClr val="2A7139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760801" y="2772000"/>
            <a:ext cx="2132330" cy="1038860"/>
          </a:xfrm>
          <a:prstGeom prst="rect">
            <a:avLst/>
          </a:prstGeom>
          <a:solidFill>
            <a:srgbClr val="29521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499995" y="3812400"/>
            <a:ext cx="2132330" cy="1038860"/>
          </a:xfrm>
          <a:prstGeom prst="rect">
            <a:avLst/>
          </a:prstGeom>
          <a:solidFill>
            <a:srgbClr val="2A7139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629600" y="3812400"/>
            <a:ext cx="2132330" cy="1038860"/>
          </a:xfrm>
          <a:prstGeom prst="rect">
            <a:avLst/>
          </a:prstGeom>
          <a:solidFill>
            <a:srgbClr val="29521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760801" y="3812400"/>
            <a:ext cx="2132330" cy="1038860"/>
          </a:xfrm>
          <a:prstGeom prst="rect">
            <a:avLst/>
          </a:prstGeom>
          <a:solidFill>
            <a:srgbClr val="2A7139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0"/>
            <a:ext cx="2011680" cy="120523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zh-CN" altLang="en-US" sz="7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红方</a:t>
            </a:r>
            <a:endParaRPr lang="zh-CN" altLang="en-US" sz="72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428355" y="1332865"/>
            <a:ext cx="46482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10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304598" y="1332865"/>
            <a:ext cx="450215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11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168140" y="1331595"/>
            <a:ext cx="46482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12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309110" y="237299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9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429375" y="237299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8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571865" y="237299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7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305935" y="341439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6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429375" y="341312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5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566785" y="341312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4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305935" y="445579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3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436995" y="445325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2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568055" y="445325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1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1886585" y="5373370"/>
            <a:ext cx="2356485" cy="92138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4917440" y="5373370"/>
            <a:ext cx="2356485" cy="92138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圆角矩形 30"/>
          <p:cNvSpPr/>
          <p:nvPr/>
        </p:nvSpPr>
        <p:spPr>
          <a:xfrm>
            <a:off x="7948295" y="5373370"/>
            <a:ext cx="2356485" cy="92138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数据显示UI设计去水印"/>
          <p:cNvPicPr>
            <a:picLocks noChangeAspect="1"/>
          </p:cNvPicPr>
          <p:nvPr/>
        </p:nvPicPr>
        <p:blipFill>
          <a:blip r:embed="rId1"/>
          <a:srcRect l="5377" t="10535" r="6219" b="6497"/>
          <a:stretch>
            <a:fillRect/>
          </a:stretch>
        </p:blipFill>
        <p:spPr>
          <a:xfrm>
            <a:off x="3666490" y="640080"/>
            <a:ext cx="7374255" cy="3886200"/>
          </a:xfrm>
          <a:prstGeom prst="rect">
            <a:avLst/>
          </a:prstGeom>
          <a:solidFill>
            <a:schemeClr val="accent2"/>
          </a:solidFill>
        </p:spPr>
      </p:pic>
      <p:sp>
        <p:nvSpPr>
          <p:cNvPr id="29" name="圆角矩形 28"/>
          <p:cNvSpPr/>
          <p:nvPr/>
        </p:nvSpPr>
        <p:spPr>
          <a:xfrm>
            <a:off x="1886585" y="5373370"/>
            <a:ext cx="2356485" cy="92138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4917440" y="5373370"/>
            <a:ext cx="2356485" cy="92138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7948295" y="5373370"/>
            <a:ext cx="2356485" cy="92138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7" name="组合 56"/>
          <p:cNvGrpSpPr/>
          <p:nvPr/>
        </p:nvGrpSpPr>
        <p:grpSpPr>
          <a:xfrm>
            <a:off x="295910" y="640080"/>
            <a:ext cx="3261995" cy="1999615"/>
            <a:chOff x="3937" y="1089"/>
            <a:chExt cx="10068" cy="6551"/>
          </a:xfrm>
        </p:grpSpPr>
        <p:sp>
          <p:nvSpPr>
            <p:cNvPr id="33" name="矩形 32"/>
            <p:cNvSpPr/>
            <p:nvPr/>
          </p:nvSpPr>
          <p:spPr>
            <a:xfrm>
              <a:off x="3937" y="1089"/>
              <a:ext cx="3358" cy="163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mpd="sng">
              <a:solidFill>
                <a:srgbClr val="04120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7291" y="1089"/>
              <a:ext cx="3358" cy="163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mpd="sng">
              <a:solidFill>
                <a:srgbClr val="04120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10647" y="1091"/>
              <a:ext cx="3358" cy="163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mpd="sng">
              <a:solidFill>
                <a:srgbClr val="04120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3937" y="2727"/>
              <a:ext cx="3358" cy="163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mpd="sng">
              <a:solidFill>
                <a:srgbClr val="04120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7291" y="2727"/>
              <a:ext cx="3358" cy="163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mpd="sng">
              <a:solidFill>
                <a:srgbClr val="04120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10647" y="2727"/>
              <a:ext cx="3358" cy="163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mpd="sng">
              <a:solidFill>
                <a:srgbClr val="04120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3937" y="4365"/>
              <a:ext cx="3358" cy="163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mpd="sng">
              <a:solidFill>
                <a:srgbClr val="04120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7291" y="4365"/>
              <a:ext cx="3358" cy="163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mpd="sng">
              <a:solidFill>
                <a:srgbClr val="04120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10647" y="4365"/>
              <a:ext cx="3358" cy="163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mpd="sng">
              <a:solidFill>
                <a:srgbClr val="04120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3937" y="6004"/>
              <a:ext cx="3358" cy="163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mpd="sng">
              <a:solidFill>
                <a:srgbClr val="04120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7291" y="6004"/>
              <a:ext cx="3358" cy="163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mpd="sng">
              <a:solidFill>
                <a:srgbClr val="04120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10647" y="6004"/>
              <a:ext cx="3358" cy="163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mpd="sng">
              <a:solidFill>
                <a:srgbClr val="04120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</p:grp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圆角矩形 28"/>
          <p:cNvSpPr/>
          <p:nvPr/>
        </p:nvSpPr>
        <p:spPr>
          <a:xfrm>
            <a:off x="1886585" y="5373370"/>
            <a:ext cx="2356485" cy="92138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4917440" y="5373370"/>
            <a:ext cx="2356485" cy="92138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7948295" y="5373370"/>
            <a:ext cx="2356485" cy="92138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2750820" y="1345565"/>
            <a:ext cx="6689725" cy="3756025"/>
            <a:chOff x="3937" y="1089"/>
            <a:chExt cx="10068" cy="4912"/>
          </a:xfrm>
        </p:grpSpPr>
        <p:sp>
          <p:nvSpPr>
            <p:cNvPr id="33" name="矩形 32"/>
            <p:cNvSpPr/>
            <p:nvPr/>
          </p:nvSpPr>
          <p:spPr>
            <a:xfrm>
              <a:off x="3937" y="1089"/>
              <a:ext cx="3358" cy="1636"/>
            </a:xfrm>
            <a:prstGeom prst="rect">
              <a:avLst/>
            </a:prstGeom>
            <a:solidFill>
              <a:srgbClr val="88CFF0"/>
            </a:solidFill>
            <a:ln w="12700" cmpd="sng">
              <a:solidFill>
                <a:srgbClr val="04120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7291" y="1089"/>
              <a:ext cx="3358" cy="1636"/>
            </a:xfrm>
            <a:prstGeom prst="rect">
              <a:avLst/>
            </a:prstGeom>
            <a:solidFill>
              <a:srgbClr val="88CFF0"/>
            </a:solidFill>
            <a:ln w="12700" cmpd="sng">
              <a:solidFill>
                <a:srgbClr val="04120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10647" y="1091"/>
              <a:ext cx="3358" cy="1636"/>
            </a:xfrm>
            <a:prstGeom prst="rect">
              <a:avLst/>
            </a:prstGeom>
            <a:solidFill>
              <a:srgbClr val="88CFF0"/>
            </a:solidFill>
            <a:ln w="12700" cmpd="sng">
              <a:solidFill>
                <a:srgbClr val="04120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3937" y="2727"/>
              <a:ext cx="3358" cy="1636"/>
            </a:xfrm>
            <a:prstGeom prst="rect">
              <a:avLst/>
            </a:prstGeom>
            <a:solidFill>
              <a:srgbClr val="88CFF0"/>
            </a:solidFill>
            <a:ln w="12700" cmpd="sng">
              <a:solidFill>
                <a:srgbClr val="04120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7291" y="2727"/>
              <a:ext cx="3358" cy="1636"/>
            </a:xfrm>
            <a:prstGeom prst="rect">
              <a:avLst/>
            </a:prstGeom>
            <a:solidFill>
              <a:srgbClr val="88CFF0"/>
            </a:solidFill>
            <a:ln w="12700" cmpd="sng">
              <a:solidFill>
                <a:srgbClr val="04120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10647" y="2727"/>
              <a:ext cx="3358" cy="1636"/>
            </a:xfrm>
            <a:prstGeom prst="rect">
              <a:avLst/>
            </a:prstGeom>
            <a:solidFill>
              <a:srgbClr val="88CFF0"/>
            </a:solidFill>
            <a:ln w="12700" cmpd="sng">
              <a:solidFill>
                <a:srgbClr val="04120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3937" y="4365"/>
              <a:ext cx="3358" cy="1636"/>
            </a:xfrm>
            <a:prstGeom prst="rect">
              <a:avLst/>
            </a:prstGeom>
            <a:solidFill>
              <a:srgbClr val="88CFF0"/>
            </a:solidFill>
            <a:ln w="12700" cmpd="sng">
              <a:solidFill>
                <a:srgbClr val="04120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7291" y="4365"/>
              <a:ext cx="3358" cy="1636"/>
            </a:xfrm>
            <a:prstGeom prst="rect">
              <a:avLst/>
            </a:prstGeom>
            <a:solidFill>
              <a:srgbClr val="88CFF0"/>
            </a:solidFill>
            <a:ln w="12700" cmpd="sng">
              <a:solidFill>
                <a:srgbClr val="04120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10647" y="4365"/>
              <a:ext cx="3358" cy="1636"/>
            </a:xfrm>
            <a:prstGeom prst="rect">
              <a:avLst/>
            </a:prstGeom>
            <a:solidFill>
              <a:srgbClr val="88CFF0"/>
            </a:solidFill>
            <a:ln w="12700" cmpd="sng">
              <a:solidFill>
                <a:srgbClr val="04120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2750820" y="95885"/>
            <a:ext cx="2231237" cy="1250989"/>
          </a:xfrm>
          <a:prstGeom prst="rect">
            <a:avLst/>
          </a:prstGeom>
          <a:solidFill>
            <a:srgbClr val="88CFF0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975860" y="95885"/>
            <a:ext cx="2231237" cy="1250989"/>
          </a:xfrm>
          <a:prstGeom prst="rect">
            <a:avLst/>
          </a:prstGeom>
          <a:solidFill>
            <a:srgbClr val="88CFF0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210425" y="95885"/>
            <a:ext cx="2231237" cy="1250989"/>
          </a:xfrm>
          <a:prstGeom prst="rect">
            <a:avLst/>
          </a:prstGeom>
          <a:solidFill>
            <a:srgbClr val="88CFF0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WPS 演示</Application>
  <PresentationFormat>宽屏</PresentationFormat>
  <Paragraphs>78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余荣添</cp:lastModifiedBy>
  <cp:revision>171</cp:revision>
  <dcterms:created xsi:type="dcterms:W3CDTF">2019-06-19T02:08:00Z</dcterms:created>
  <dcterms:modified xsi:type="dcterms:W3CDTF">2026-07-03T05:56:23Z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3B5ADE23CAB3456994642176E697C50A_13</vt:lpwstr>
  </property>
</Properties>
</file>