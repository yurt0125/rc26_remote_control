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66" r:id="rId4"/>
    <p:sldId id="264" r:id="rId5"/>
    <p:sldId id="265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0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5210"/>
    <a:srgbClr val="29520C"/>
    <a:srgbClr val="98A651"/>
    <a:srgbClr val="98BA51"/>
    <a:srgbClr val="2A7139"/>
    <a:srgbClr val="29560C"/>
    <a:srgbClr val="04120C"/>
    <a:srgbClr val="4874CB"/>
    <a:srgbClr val="FFFFFF"/>
    <a:srgbClr val="DCDC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50"/>
        <p:guide pos="3839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6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3398520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6429375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3398520" y="5373370"/>
            <a:ext cx="2356485" cy="92138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6429375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2499995" y="691200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4629600" y="691515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6760801" y="692785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99995" y="17316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4629600" y="1731600"/>
            <a:ext cx="2132330" cy="1038860"/>
          </a:xfrm>
          <a:prstGeom prst="rect">
            <a:avLst/>
          </a:prstGeom>
          <a:solidFill>
            <a:srgbClr val="98A651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6760801" y="17316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2499995" y="2772000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629600" y="27720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6760801" y="2772000"/>
            <a:ext cx="2132330" cy="1038860"/>
          </a:xfrm>
          <a:prstGeom prst="rect">
            <a:avLst/>
          </a:prstGeom>
          <a:solidFill>
            <a:srgbClr val="98A651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499995" y="38124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629600" y="3812400"/>
            <a:ext cx="2132330" cy="1038860"/>
          </a:xfrm>
          <a:prstGeom prst="rect">
            <a:avLst/>
          </a:prstGeom>
          <a:solidFill>
            <a:srgbClr val="295210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6760801" y="3812400"/>
            <a:ext cx="2132330" cy="1038860"/>
          </a:xfrm>
          <a:prstGeom prst="rect">
            <a:avLst/>
          </a:prstGeom>
          <a:solidFill>
            <a:srgbClr val="2A7139"/>
          </a:solidFill>
          <a:ln w="12700" cmpd="sng">
            <a:solidFill>
              <a:srgbClr val="04120C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0" y="0"/>
            <a:ext cx="2011680" cy="120523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</a:bodyPr>
          <a:p>
            <a:pPr algn="ctr"/>
            <a:r>
              <a:rPr lang="zh-CN" altLang="en-US" sz="72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蓝方</a:t>
            </a:r>
            <a:endParaRPr lang="zh-CN" altLang="en-US" sz="72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4168140" y="1331595"/>
            <a:ext cx="46482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ln/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10</a:t>
            </a:r>
            <a:endParaRPr lang="en-US" altLang="zh-CN" sz="2000" b="1">
              <a:ln/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6305233" y="1331595"/>
            <a:ext cx="450215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11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856932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9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430720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7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643826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8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8569325" y="341312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6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4307205" y="34143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4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438265" y="34143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5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438265" y="44557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2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8569325" y="445325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3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8428355" y="1332865"/>
            <a:ext cx="46482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12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4307205" y="44557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3398520" y="5373370"/>
            <a:ext cx="2356485" cy="92138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6429375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2499995" y="692785"/>
            <a:ext cx="2132330" cy="1038860"/>
          </a:xfrm>
          <a:prstGeom prst="rect">
            <a:avLst/>
          </a:prstGeom>
          <a:solidFill>
            <a:srgbClr val="295210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4629600" y="691515"/>
            <a:ext cx="2132330" cy="1038860"/>
          </a:xfrm>
          <a:prstGeom prst="rect">
            <a:avLst/>
          </a:prstGeom>
          <a:solidFill>
            <a:srgbClr val="2A7139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760801" y="692785"/>
            <a:ext cx="2132330" cy="1038860"/>
          </a:xfrm>
          <a:prstGeom prst="rect">
            <a:avLst/>
          </a:prstGeom>
          <a:solidFill>
            <a:srgbClr val="295210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99995" y="1731600"/>
            <a:ext cx="2132330" cy="1038860"/>
          </a:xfrm>
          <a:prstGeom prst="rect">
            <a:avLst/>
          </a:prstGeom>
          <a:solidFill>
            <a:srgbClr val="2A7139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4629600" y="1731600"/>
            <a:ext cx="2132330" cy="1038860"/>
          </a:xfrm>
          <a:prstGeom prst="rect">
            <a:avLst/>
          </a:prstGeom>
          <a:solidFill>
            <a:srgbClr val="98A65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6760801" y="1731600"/>
            <a:ext cx="2132330" cy="1038860"/>
          </a:xfrm>
          <a:prstGeom prst="rect">
            <a:avLst/>
          </a:prstGeom>
          <a:solidFill>
            <a:srgbClr val="2A7139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2499995" y="2772000"/>
            <a:ext cx="2132330" cy="1038860"/>
          </a:xfrm>
          <a:prstGeom prst="rect">
            <a:avLst/>
          </a:prstGeom>
          <a:solidFill>
            <a:srgbClr val="98A65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629600" y="2772000"/>
            <a:ext cx="2132330" cy="1038860"/>
          </a:xfrm>
          <a:prstGeom prst="rect">
            <a:avLst/>
          </a:prstGeom>
          <a:solidFill>
            <a:srgbClr val="2A7139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6760801" y="2772000"/>
            <a:ext cx="2132330" cy="1038860"/>
          </a:xfrm>
          <a:prstGeom prst="rect">
            <a:avLst/>
          </a:prstGeom>
          <a:solidFill>
            <a:srgbClr val="295210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499995" y="3812400"/>
            <a:ext cx="2132330" cy="1038860"/>
          </a:xfrm>
          <a:prstGeom prst="rect">
            <a:avLst/>
          </a:prstGeom>
          <a:solidFill>
            <a:srgbClr val="2A7139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629600" y="3812400"/>
            <a:ext cx="2132330" cy="1038860"/>
          </a:xfrm>
          <a:prstGeom prst="rect">
            <a:avLst/>
          </a:prstGeom>
          <a:solidFill>
            <a:srgbClr val="295210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6760801" y="3812400"/>
            <a:ext cx="2132330" cy="1038860"/>
          </a:xfrm>
          <a:prstGeom prst="rect">
            <a:avLst/>
          </a:prstGeom>
          <a:solidFill>
            <a:srgbClr val="2A7139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0" y="0"/>
            <a:ext cx="2011680" cy="120523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</a:bodyPr>
          <a:p>
            <a:pPr algn="ctr"/>
            <a:r>
              <a:rPr lang="zh-CN" altLang="en-US" sz="7200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红方</a:t>
            </a:r>
            <a:endParaRPr lang="zh-CN" altLang="en-US" sz="720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8428355" y="1332865"/>
            <a:ext cx="46482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10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6304598" y="1332865"/>
            <a:ext cx="450215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11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4168140" y="1331595"/>
            <a:ext cx="46482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12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4309110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9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642937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8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8571865" y="23729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7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4305935" y="34143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6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6429375" y="341312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5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566785" y="341312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4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4305935" y="445579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3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436995" y="445325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2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8568055" y="4453255"/>
            <a:ext cx="323850" cy="3987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2000" b="1">
                <a:solidFill>
                  <a:schemeClr val="bg1"/>
                </a:solidFill>
                <a:effectLst>
                  <a:outerShdw blurRad="38100" dist="19050" dir="2700000" algn="tl" rotWithShape="0">
                    <a:srgbClr val="04120C">
                      <a:alpha val="40000"/>
                    </a:srgbClr>
                  </a:outerShdw>
                </a:effectLst>
              </a:rPr>
              <a:t>1</a:t>
            </a:r>
            <a:endParaRPr lang="en-US" altLang="zh-CN" sz="2000" b="1">
              <a:solidFill>
                <a:schemeClr val="bg1"/>
              </a:solidFill>
              <a:effectLst>
                <a:outerShdw blurRad="38100" dist="19050" dir="2700000" algn="tl" rotWithShape="0">
                  <a:srgbClr val="04120C">
                    <a:alpha val="40000"/>
                  </a:srgbClr>
                </a:outerShdw>
              </a:effectLst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数据显示UI设计去水印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5395" y="93345"/>
            <a:ext cx="9681210" cy="5435600"/>
          </a:xfrm>
          <a:prstGeom prst="rect">
            <a:avLst/>
          </a:prstGeom>
        </p:spPr>
      </p:pic>
      <p:sp>
        <p:nvSpPr>
          <p:cNvPr id="4" name="圆角矩形 3"/>
          <p:cNvSpPr/>
          <p:nvPr/>
        </p:nvSpPr>
        <p:spPr>
          <a:xfrm>
            <a:off x="3398520" y="5373370"/>
            <a:ext cx="2356485" cy="9213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6429375" y="5373370"/>
            <a:ext cx="2356485" cy="92138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</Words>
  <Application>WPS 演示</Application>
  <PresentationFormat>宽屏</PresentationFormat>
  <Paragraphs>52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2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余荣添</cp:lastModifiedBy>
  <cp:revision>167</cp:revision>
  <dcterms:created xsi:type="dcterms:W3CDTF">2019-06-19T02:08:00Z</dcterms:created>
  <dcterms:modified xsi:type="dcterms:W3CDTF">2026-06-01T12:29:11Z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3B5ADE23CAB3456994642176E697C50A_13</vt:lpwstr>
  </property>
</Properties>
</file>