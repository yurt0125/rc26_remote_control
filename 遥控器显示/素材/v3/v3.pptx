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68" r:id="rId5"/>
    <p:sldId id="264" r:id="rId6"/>
    <p:sldId id="265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210"/>
    <a:srgbClr val="29520C"/>
    <a:srgbClr val="98A651"/>
    <a:srgbClr val="98BA51"/>
    <a:srgbClr val="2A7139"/>
    <a:srgbClr val="29560C"/>
    <a:srgbClr val="04120C"/>
    <a:srgbClr val="4874CB"/>
    <a:srgbClr val="FFFFFF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12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蓝方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05233" y="133159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6932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720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382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6932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0720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3826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826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932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0720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12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98A651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 w="12700" cmpd="sng">
            <a:solidFill>
              <a:srgbClr val="04120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蓝方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05233" y="133159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56932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720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382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6932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0720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3826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826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932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0720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99995" y="692785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29600" y="691515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60801" y="692785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995" y="17316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9600" y="1731600"/>
            <a:ext cx="2132330" cy="1038860"/>
          </a:xfrm>
          <a:prstGeom prst="rect">
            <a:avLst/>
          </a:prstGeom>
          <a:solidFill>
            <a:srgbClr val="98A65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60801" y="17316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9995" y="2772000"/>
            <a:ext cx="2132330" cy="1038860"/>
          </a:xfrm>
          <a:prstGeom prst="rect">
            <a:avLst/>
          </a:prstGeom>
          <a:solidFill>
            <a:srgbClr val="98A65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9600" y="27720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60801" y="2772000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99995" y="38124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9600" y="3812400"/>
            <a:ext cx="2132330" cy="1038860"/>
          </a:xfrm>
          <a:prstGeom prst="rect">
            <a:avLst/>
          </a:prstGeom>
          <a:solidFill>
            <a:srgbClr val="29521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0801" y="3812400"/>
            <a:ext cx="2132330" cy="1038860"/>
          </a:xfrm>
          <a:prstGeom prst="rect">
            <a:avLst/>
          </a:prstGeom>
          <a:solidFill>
            <a:srgbClr val="2A713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2011680" cy="12052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红方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28355" y="133286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10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04598" y="1332865"/>
            <a:ext cx="45021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68140" y="1331595"/>
            <a:ext cx="46482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09110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9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42937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8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71865" y="23729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7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05935" y="34143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6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2937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5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566785" y="341312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4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05935" y="445579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3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43699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2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8055" y="4453255"/>
            <a:ext cx="3238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rgbClr val="04120C">
                      <a:alpha val="40000"/>
                    </a:srgbClr>
                  </a:outerShdw>
                </a:effectLst>
              </a:rPr>
              <a:t>1</a:t>
            </a:r>
            <a:endParaRPr lang="en-US" altLang="zh-CN" sz="2000" b="1">
              <a:solidFill>
                <a:schemeClr val="bg1"/>
              </a:solidFill>
              <a:effectLst>
                <a:outerShdw blurRad="38100" dist="19050" dir="2700000" algn="tl" rotWithShape="0">
                  <a:srgbClr val="04120C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数据显示UI设计去水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3745" y="506095"/>
            <a:ext cx="8668385" cy="48672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295910" y="640080"/>
            <a:ext cx="3261995" cy="1999615"/>
            <a:chOff x="3937" y="1089"/>
            <a:chExt cx="10068" cy="6551"/>
          </a:xfrm>
        </p:grpSpPr>
        <p:sp>
          <p:nvSpPr>
            <p:cNvPr id="33" name="矩形 32"/>
            <p:cNvSpPr/>
            <p:nvPr/>
          </p:nvSpPr>
          <p:spPr>
            <a:xfrm>
              <a:off x="3937" y="1089"/>
              <a:ext cx="3358" cy="1636"/>
            </a:xfrm>
            <a:prstGeom prst="rect">
              <a:avLst/>
            </a:prstGeom>
            <a:solidFill>
              <a:srgbClr val="29521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7291" y="1089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0647" y="1091"/>
              <a:ext cx="3358" cy="1636"/>
            </a:xfrm>
            <a:prstGeom prst="rect">
              <a:avLst/>
            </a:prstGeom>
            <a:solidFill>
              <a:srgbClr val="29521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937" y="2727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291" y="2727"/>
              <a:ext cx="3358" cy="1636"/>
            </a:xfrm>
            <a:prstGeom prst="rect">
              <a:avLst/>
            </a:prstGeom>
            <a:solidFill>
              <a:srgbClr val="98A651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0647" y="2727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937" y="4365"/>
              <a:ext cx="3358" cy="1636"/>
            </a:xfrm>
            <a:prstGeom prst="rect">
              <a:avLst/>
            </a:prstGeom>
            <a:solidFill>
              <a:srgbClr val="29521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291" y="4365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0647" y="4365"/>
              <a:ext cx="3358" cy="1636"/>
            </a:xfrm>
            <a:prstGeom prst="rect">
              <a:avLst/>
            </a:prstGeom>
            <a:solidFill>
              <a:srgbClr val="98A651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937" y="6004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7291" y="6004"/>
              <a:ext cx="3358" cy="1636"/>
            </a:xfrm>
            <a:prstGeom prst="rect">
              <a:avLst/>
            </a:prstGeom>
            <a:solidFill>
              <a:srgbClr val="295210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647" y="6004"/>
              <a:ext cx="3358" cy="1636"/>
            </a:xfrm>
            <a:prstGeom prst="rect">
              <a:avLst/>
            </a:prstGeom>
            <a:solidFill>
              <a:srgbClr val="2A7139"/>
            </a:solidFill>
            <a:ln w="12700" cmpd="sng">
              <a:solidFill>
                <a:srgbClr val="04120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1886585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917440" y="5373370"/>
            <a:ext cx="2356485" cy="9213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7948295" y="5373370"/>
            <a:ext cx="2356485" cy="92138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演示</Application>
  <PresentationFormat>宽屏</PresentationFormat>
  <Paragraphs>78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余荣添</cp:lastModifiedBy>
  <cp:revision>168</cp:revision>
  <dcterms:created xsi:type="dcterms:W3CDTF">2019-06-19T02:08:00Z</dcterms:created>
  <dcterms:modified xsi:type="dcterms:W3CDTF">2026-06-10T14:44:13Z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3B5ADE23CAB3456994642176E697C50A_13</vt:lpwstr>
  </property>
</Properties>
</file>